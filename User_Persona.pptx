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DE45-96D9-F7E6-3DED-98ADB5FBD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F5765-5D85-B320-154C-BDEDB6214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0490D-1C82-5FD5-51E2-5FF1CF82B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C75B-23FD-59D7-B439-A43A667D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55F10-DDFB-2A56-B8EC-60CE8A4F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2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0D13-05DC-F835-B4E0-467F95F4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32C19-0647-F8D7-A513-BF335C1D7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BBB5D-4F95-DE04-076A-95B374BC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55AA8-508D-BE18-80C5-918408A6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2AAED-55DC-D5FD-274E-46EFF5A9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43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A7B1-C900-E4DE-A803-19B1717C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4A5DD-5E02-D5BF-DC63-57D01701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8BEC7-CE56-4677-1FC7-661EEF28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DE54-AC34-F58B-480D-E363E51D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B7165-ECD0-ADF1-0BE4-CFAB1E3F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54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2F8A-AF87-9367-B007-847EDE1B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397C6-5986-363F-EC46-1DBF16F50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7D6FA-D7C6-5757-5407-EFB993E72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AD88-9BAD-978B-7241-7EA743E1C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9041E-676A-AF7B-EE24-A57EDABA3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22E8B-1BAF-71A7-A46B-C40B0F96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93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99E4-39AC-4992-8BC9-02CFD412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F1C8B-A814-F0BA-1491-0A11C1173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737CC-0A44-7D01-BF3D-E445ED5CE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68F83-7B84-1AD7-0581-CBE30020D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AFBB5-0233-C6EE-E64A-4C594E847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46E00-9654-7B05-676F-40A1E56B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C218D-BDD1-C5F3-DD57-9D254BAE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381F3-A6DF-BBEC-7A09-0ABC835E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70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97B0-DDBA-45BB-C155-7C6BF9ED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5A48F-7D47-2CB3-AE31-696F93C0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5F191-7A6D-BC71-6483-ED910BF5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ED3C0-7644-C09F-CE79-57D255C4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3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78B30-1B4C-3E56-6BF1-96736EFD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CAE1F-74C5-376D-6847-87B5A425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7B3C7-3EC7-CC08-DC99-13FFAAA4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3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2CEE-99B4-AA54-5552-1657696A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5989-286F-E027-3E48-9C1D10186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E5D75-E12A-B269-2B31-C330DFE1D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DA748-3E21-C599-085F-53797E9D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97C71-B20B-C901-28A6-528C5AC3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1D57A-5E69-BDBC-311A-93693678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77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44CF-1721-7138-B25B-22DD053A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738B1-F828-3B2B-982C-EC899CE9497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7B8C6-2240-665A-AB63-B6C8D3DE8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E177E-8042-6A94-48D2-8AC3BB5C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051A3-9F74-7AC5-31FC-98BA6F9D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43FF9-E36B-6196-BD9A-E51AA0B2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68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FC8A-7FF9-4D88-C43F-490D7769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13DA6-106A-9152-7B13-9E9022113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C5034-F4AE-B806-A893-83B89384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6A05E-7523-561E-0F59-2B8E4C98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BFE38-A01A-6615-640E-978C204E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069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D82B-31B3-3FD9-FB53-9B60C29FF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001A4-D3A8-2A2C-E149-08E14C734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12E0-9D99-D1F5-0AF0-C471FD4A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191E-64F9-D12A-383C-678AF5EC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6B65A-D751-68A3-2D02-726E6A8C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468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F230F3-9F82-D8A2-8D35-48E91020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39140-C119-9EDA-7A35-D5DFDF48B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DABC-1D5B-67D7-4B05-99992D18E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9E052-E6E6-4FFB-B903-BDEB3D8E5DC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E82F-D231-8C2A-786B-F083975ED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152B6-54D6-5B50-6AC6-0FBE95EC3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4B36D-5735-4F0F-8864-387DCAE2F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35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7C239-1C8D-314D-9FA9-0A371A20B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206" y="526026"/>
            <a:ext cx="9188811" cy="58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C8BFB0-2295-711B-8386-C329E2EE1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9" y="496529"/>
            <a:ext cx="9547122" cy="586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8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D5DD9-C729-5144-1A88-21153E425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6" y="825910"/>
            <a:ext cx="10579511" cy="565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45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E4C3FC-33FD-B38F-3488-A015AE0E0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34064"/>
            <a:ext cx="9902313" cy="542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4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D80574-052F-AC15-7B82-981B1A4F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19432"/>
            <a:ext cx="10287000" cy="574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26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sasitha sivanandam</dc:creator>
  <cp:lastModifiedBy>sasitha sivanandam</cp:lastModifiedBy>
  <cp:revision>2</cp:revision>
  <dcterms:created xsi:type="dcterms:W3CDTF">2026-10-14T08:54:08Z</dcterms:created>
  <dcterms:modified xsi:type="dcterms:W3CDTF">2026-10-28T15:13:39Z</dcterms:modified>
</cp:coreProperties>
</file>